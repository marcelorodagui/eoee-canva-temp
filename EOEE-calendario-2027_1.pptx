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0287000" cy="1285875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 · Reapertura y III ciclo</a:t>
            </a:r>
          </a:p>
          <a:p/>
          <a:p>
            <a:r>
              <a:t>Publicar: lunes 4 de enero de 2027</a:t>
            </a:r>
          </a:p>
          <a:p/>
          <a:p>
            <a:r>
              <a:t>COPY PARA INSTAGRAM</a:t>
            </a:r>
          </a:p>
          <a:p/>
          <a:p>
            <a:r>
              <a:t>Retomamos el 4 de enero con el arranque del III ciclo 2026, que se extiende hasta el 27 de febrero. Escribinos a recepcion.eoee@ucr.ac.cr.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 Día Internacional de la Educación</a:t>
            </a:r>
          </a:p>
          <a:p/>
          <a:p>
            <a:r>
              <a:t>Publicar: domingo 24 de enero de 2027</a:t>
            </a:r>
          </a:p>
          <a:p/>
          <a:p>
            <a:r>
              <a:t>COPY PARA INSTAGRAM</a:t>
            </a:r>
          </a:p>
          <a:p/>
          <a:p>
            <a:r>
              <a:t>Cada elección sobre qué se enseña, cómo se evalúa y quién puede seguir el ritmo decide, en la práctica, quién se queda dentro.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 · Día Internacional de la Lengua Materna</a:t>
            </a:r>
          </a:p>
          <a:p/>
          <a:p>
            <a:r>
              <a:t>Publicar: domingo 21 de febrero de 2027</a:t>
            </a:r>
          </a:p>
          <a:p/>
          <a:p>
            <a:r>
              <a:t>COPY PARA INSTAGRAM</a:t>
            </a:r>
          </a:p>
          <a:p/>
          <a:p>
            <a:r>
              <a:t>El español es la lengua materna de la mayoría en Costa Rica, y no es la única: para muchas personas sordas lo es la LESCO, y para las comunidades indígenas lo son sus propias lenguas. Reconocer cuál es la primera lengua de cada estudiante cambia cómo se enseña y cómo se evalúa.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 · Inicio del I ciclo 2027</a:t>
            </a:r>
          </a:p>
          <a:p/>
          <a:p>
            <a:r>
              <a:t>Publicar: lunes 8 de marzo de 2027</a:t>
            </a:r>
          </a:p>
          <a:p/>
          <a:p>
            <a:r>
              <a:t>⚠ Fecha inferida del patrón del calendario universitario 2025 y 2026. Verificar la fecha antes de publicar.</a:t>
            </a:r>
          </a:p>
          <a:p/>
          <a:p>
            <a:r>
              <a:t>COPY PARA INSTAGRAM</a:t>
            </a:r>
          </a:p>
          <a:p/>
          <a:p>
            <a:r>
              <a:t>Arranca el I ciclo. Si estás empezando carrera, la Escuela tiene acompañamiento disponible desde la primera semana.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 Día Internacional de la Mujer</a:t>
            </a:r>
          </a:p>
          <a:p/>
          <a:p>
            <a:r>
              <a:t>Publicar: lunes 8 de marzo de 2027</a:t>
            </a:r>
          </a:p>
          <a:p/>
          <a:p>
            <a:r>
              <a:t>⚠ Verificar la cifra de matrícula femenina con datos vigentes de la UCR o del CONARE antes de publicar.</a:t>
            </a:r>
          </a:p>
          <a:p/>
          <a:p>
            <a:r>
              <a:t>COPY PARA INSTAGRAM</a:t>
            </a:r>
          </a:p>
          <a:p/>
          <a:p>
            <a:r>
              <a:t>Cada generación de mujeres que llega a la universidad ensancha el paso de la siguiente. Hoy son mayoría en las aulas universitarias del país, y en educación esa presencia se nota más. Falta camino, y el que se abrió ya no se cierra.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 · Día Mundial del Síndrome de Down</a:t>
            </a:r>
          </a:p>
          <a:p/>
          <a:p>
            <a:r>
              <a:t>Publicar: domingo 21 de marzo de 2027</a:t>
            </a:r>
          </a:p>
          <a:p/>
          <a:p>
            <a:r>
              <a:t>COPY PARA INSTAGRAM</a:t>
            </a:r>
          </a:p>
          <a:p/>
          <a:p>
            <a:r>
              <a:t>La fecha se eligió por la trisomía del par 21: veintiuno del tres. Lo que se busca no es concienciar sobre una enfermedad, sino sobre el derecho a participar.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 Semana Santa · receso institucional</a:t>
            </a:r>
          </a:p>
          <a:p/>
          <a:p>
            <a:r>
              <a:t>Publicar: jueves 25 y viernes 26 de marzo de 2027</a:t>
            </a:r>
          </a:p>
          <a:p/>
          <a:p>
            <a:r>
              <a:t>⚠ Verificar la fecha antes de publicar.</a:t>
            </a:r>
          </a:p>
          <a:p/>
          <a:p>
            <a:r>
              <a:t>COPY PARA INSTAGRAM</a:t>
            </a:r>
          </a:p>
          <a:p/>
          <a:p>
            <a:r>
              <a:t>Receso institucional. Volvemos el lunes 29 de marzo.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 · Semana Universitaria</a:t>
            </a:r>
          </a:p>
          <a:p/>
          <a:p>
            <a:r>
              <a:t>Publicar: [FECHAS] de 2027</a:t>
            </a:r>
          </a:p>
          <a:p/>
          <a:p>
            <a:r>
              <a:t>⚠ Verificar la fecha antes de publicar.</a:t>
            </a:r>
          </a:p>
          <a:p/>
          <a:p>
            <a:r>
              <a:t>COPY PARA INSTAGRAM</a:t>
            </a:r>
          </a:p>
          <a:p/>
          <a:p>
            <a:r>
              <a:t>Compartimos la participación de la Escuela en la Semana Universitaria.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 · Día Mundial de Concienciación sobre el Autismo</a:t>
            </a:r>
          </a:p>
          <a:p/>
          <a:p>
            <a:r>
              <a:t>Publicar: viernes 2 de abril de 2027</a:t>
            </a:r>
          </a:p>
          <a:p/>
          <a:p>
            <a:r>
              <a:t>COPY PARA INSTAGRAM</a:t>
            </a:r>
          </a:p>
          <a:p/>
          <a:p>
            <a:r>
              <a:t>Que una persona no sostenga la mirada o no responda como se espera no significa que no esté atendiendo. El aula se adapta a eso, no al revés.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 · Día Mundial del Libro y la Lectura</a:t>
            </a:r>
          </a:p>
          <a:p/>
          <a:p>
            <a:r>
              <a:t>Publicar: viernes 23 de abril de 2027</a:t>
            </a:r>
          </a:p>
          <a:p/>
          <a:p>
            <a:r>
              <a:t>COPY PARA INSTAGRAM</a:t>
            </a:r>
          </a:p>
          <a:p/>
          <a:p>
            <a:r>
              <a:t>Celebrar el libro está bien. Enseñar a leerlo es la otra mitad del asunto, y esa parte necesita método. El metaanálisis del National Reading Panel reunió 52 estudios y 96 comparaciones, y encontró un efecto medio de la instrucción explícita en conciencia fonémica sobre el aprendizaje de la lectura (d = 0,53), con dos condiciones: pocos sonidos a la vez y sesiones cortas. 📖</a:t>
            </a:r>
          </a:p>
          <a:p/>
          <a:p>
            <a:r>
              <a:t>Referencia:</a:t>
            </a:r>
          </a:p>
          <a:p>
            <a:r>
              <a:t>Ehri, L. C., Nunes, S. R., Willows, D. M., Schuster, B. V., Yaghoub-Zadeh, Z. y Shanahan, T. (2001). Phonemic awareness instruction helps children learn to read: evidence from the National Reading Panel's meta-analysis. Reading Research Quarterly, 36(3), 250-287.</a:t>
            </a:r>
          </a:p>
          <a:p>
            <a:r>
              <a:t>https://doi.org/10.1598/RRQ.36.3.2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 Día Internacional de las Familias</a:t>
            </a:r>
          </a:p>
          <a:p/>
          <a:p>
            <a:r>
              <a:t>Publicar: sábado 15 de mayo de 2027</a:t>
            </a:r>
          </a:p>
          <a:p/>
          <a:p>
            <a:r>
              <a:t>COPY PARA INSTAGRAM</a:t>
            </a:r>
          </a:p>
          <a:p/>
          <a:p>
            <a:r>
              <a:t>La familia no necesita convertirse en terapeuta. El metaanálisis encontró efectos positivos y significativos sobre el lenguaje expresivo de niñas y niños con dificultades o en riesgo cuando la intervención la aplica la familia, y el efecto sobre vocabulario apareció sobre todo en las intervenciones de lectura compartida. Leer juntos y preguntar es la vía más corta. 💛📚</a:t>
            </a:r>
          </a:p>
          <a:p/>
          <a:p>
            <a:r>
              <a:t>Referencia:</a:t>
            </a:r>
          </a:p>
          <a:p>
            <a:r>
              <a:t>Heidlage, J. K., Cunningham, J. E., Kaiser, A. P., Trivette, C. M., Barton, E. E., Frey, J. R. y Roberts, M. Y. (2020). The effects of parent-implemented language interventions on child linguistic outcomes: a meta-analysis. Early Childhood Research Quarterly, 50, 6-23.</a:t>
            </a:r>
          </a:p>
          <a:p>
            <a:r>
              <a:t>https://doi.org/10.1016/j.ecresq.2018.12.006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 Día Mundial de la Accesibilidad</a:t>
            </a:r>
          </a:p>
          <a:p/>
          <a:p>
            <a:r>
              <a:t>Publicar: jueves 20 de mayo de 2027</a:t>
            </a:r>
          </a:p>
          <a:p/>
          <a:p>
            <a:r>
              <a:t>⚠ Fecha móvil: es el tercer jueves de mayo. En 2027 cae el jueves 20 de mayo. Verificar antes de publicar.</a:t>
            </a:r>
          </a:p>
          <a:p/>
          <a:p>
            <a:r>
              <a:t>COPY PARA INSTAGRAM</a:t>
            </a:r>
          </a:p>
          <a:p/>
          <a:p>
            <a:r>
              <a:t>La accesibilidad digital no es un extra técnico: es la diferencia entre poder participar y no poder. ♿</a:t>
            </a:r>
          </a:p>
          <a:p/>
          <a:p>
            <a:r>
              <a:t>Referencia:</a:t>
            </a:r>
          </a:p>
          <a:p>
            <a:r>
              <a:t>Ley 7600, Igualdad de Oportunidades para las Personas con Discapacidad (1996).</a:t>
            </a:r>
          </a:p>
          <a:p>
            <a:r>
              <a:t>https://fodo.ucr.ac.cr/sites/default/files/documentos/Ley7600.pdf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 Día Nacional de la Persona con Discapacidad</a:t>
            </a:r>
          </a:p>
          <a:p/>
          <a:p>
            <a:r>
              <a:t>Publicar: sábado 29 de mayo de 2027</a:t>
            </a:r>
          </a:p>
          <a:p/>
          <a:p>
            <a:r>
              <a:t>COPY PARA INSTAGRAM</a:t>
            </a:r>
          </a:p>
          <a:p/>
          <a:p>
            <a:r>
              <a:t>La fecha marca el día en que la Ley 7600 entró en el ordenamiento costarricense. En tres décadas el país pasó de no tener marco legal a tener tres leyes que sostienen el derecho. Lo que sigue es que ejercerlo cueste menos. ♿</a:t>
            </a:r>
          </a:p>
          <a:p/>
          <a:p>
            <a:r>
              <a:t>Referencia:</a:t>
            </a:r>
          </a:p>
          <a:p>
            <a:r>
              <a:t>Ley 7600, Igualdad de Oportunidades para las Personas con Discapacidad (1996).</a:t>
            </a:r>
          </a:p>
          <a:p>
            <a:r>
              <a:t>https://fodo.ucr.ac.cr/sites/default/files/documentos/Ley7600.pdf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 Día de la persona profesional en Orientación</a:t>
            </a:r>
          </a:p>
          <a:p/>
          <a:p>
            <a:r>
              <a:t>Publicar: sábado 19 de junio de 2027</a:t>
            </a:r>
          </a:p>
          <a:p/>
          <a:p>
            <a:r>
              <a:t>⚠ Fecha móvil: el Decreto Ejecutivo N.º 17386-E la fija el tercer sábado de junio, que en 2027 cae el 19. Confirmar con el Colegio de Profesionales en Orientación antes de publicar.</a:t>
            </a:r>
          </a:p>
          <a:p/>
          <a:p>
            <a:r>
              <a:t>COPY PARA INSTAGRAM</a:t>
            </a:r>
          </a:p>
          <a:p/>
          <a:p>
            <a:r>
              <a:t>A las personas profesionales en Orientación de la Escuela y de todo el país. El trabajo se nota poco justamente cuando se hace bien.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 Cierre del I ciclo y receso de medio año</a:t>
            </a:r>
          </a:p>
          <a:p/>
          <a:p>
            <a:r>
              <a:t>Publicar: sábado 3 de julio de 2027</a:t>
            </a:r>
          </a:p>
          <a:p/>
          <a:p>
            <a:r>
              <a:t>⚠ Fecha inferida del patrón del calendario universitario 2025 y 2026. Verificar la fecha antes de publicar.</a:t>
            </a:r>
          </a:p>
          <a:p/>
          <a:p>
            <a:r>
              <a:t>COPY PARA INSTAGRAM</a:t>
            </a:r>
          </a:p>
          <a:p/>
          <a:p>
            <a:r>
              <a:t>Cerramos el I ciclo. Nos leemos a la vuelta del receso.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 Día Nacional de la LESCO</a:t>
            </a:r>
          </a:p>
          <a:p/>
          <a:p>
            <a:r>
              <a:t>Publicar: lunes 19 de julio de 2027</a:t>
            </a:r>
          </a:p>
          <a:p/>
          <a:p>
            <a:r>
              <a:t>⚠ Si la pieza ilustra señas, verificar cada una con una persona usuaria de LESCO o con intérprete acreditada antes de publicar.</a:t>
            </a:r>
          </a:p>
          <a:p/>
          <a:p>
            <a:r>
              <a:t>COPY PARA INSTAGRAM</a:t>
            </a:r>
          </a:p>
          <a:p/>
          <a:p>
            <a:r>
              <a:t>No es un sistema de apoyo ni una traducción del español: es una lengua con gramática propia, reconocida por ley desde 2020. 🤟</a:t>
            </a:r>
          </a:p>
          <a:p/>
          <a:p>
            <a:r>
              <a:t>Referencia:</a:t>
            </a:r>
          </a:p>
          <a:p>
            <a:r>
              <a:t>Ley 9822, Reconocimiento de la Lengua de Señas Costarricense (2020).</a:t>
            </a:r>
          </a:p>
          <a:p>
            <a:r>
              <a:t>http://www.pgrweb.go.cr/DOCS/NORMAS/1/VIGENTE/L/2020-2029/2020-2024/2020/1671A/139159.HTML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 Inicio del II ciclo 2027</a:t>
            </a:r>
          </a:p>
          <a:p/>
          <a:p>
            <a:r>
              <a:t>Publicar: lunes 9 de agosto de 2027</a:t>
            </a:r>
          </a:p>
          <a:p/>
          <a:p>
            <a:r>
              <a:t>⚠ Fecha inferida del patrón del calendario universitario 2025 y 2026. Verificar la fecha antes de publicar.</a:t>
            </a:r>
          </a:p>
          <a:p/>
          <a:p>
            <a:r>
              <a:t>COPY PARA INSTAGRAM</a:t>
            </a:r>
          </a:p>
          <a:p/>
          <a:p>
            <a:r>
              <a:t>Volvemos. Arranca el II ciclo y con él la oferta de cursos y actividades de la Escuela.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 · Día Internacional de los Pueblos Indígenas</a:t>
            </a:r>
          </a:p>
          <a:p/>
          <a:p>
            <a:r>
              <a:t>Publicar: lunes 9 de agosto de 2027</a:t>
            </a:r>
          </a:p>
          <a:p/>
          <a:p>
            <a:r>
              <a:t>⚠ Verificar la descripción del subsistema de educación indígena antes de publicar.</a:t>
            </a:r>
          </a:p>
          <a:p/>
          <a:p>
            <a:r>
              <a:t>COPY PARA INSTAGRAM</a:t>
            </a:r>
          </a:p>
          <a:p/>
          <a:p>
            <a:r>
              <a:t>Enseñar en una lengua que no es la propia es una barrera de aprendizaje, no una falta de capacidad. Que hoy haya escuelas donde se enseña en la lengua del territorio es un avance que hace veinte años no existía.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 Aniversario de la Universidad de Costa Rica</a:t>
            </a:r>
          </a:p>
          <a:p/>
          <a:p>
            <a:r>
              <a:t>Publicar: jueves 26 de agosto de 2027</a:t>
            </a:r>
          </a:p>
          <a:p/>
          <a:p>
            <a:r>
              <a:t>⚠ La UCR se creó por la Ley 362 del 26 de agosto de 1940. Verificar el número de años antes de publicar.</a:t>
            </a:r>
          </a:p>
          <a:p/>
          <a:p>
            <a:r>
              <a:t>COPY PARA INSTAGRAM</a:t>
            </a:r>
          </a:p>
          <a:p/>
          <a:p>
            <a:r>
              <a:t>Felicitamos a la Universidad de Costa Rica en su aniversario.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 Día de la Persona Negra y la Cultura Afrocostarricense</a:t>
            </a:r>
          </a:p>
          <a:p/>
          <a:p>
            <a:r>
              <a:t>Publicar: martes 31 de agosto de 2027</a:t>
            </a:r>
          </a:p>
          <a:p/>
          <a:p>
            <a:r>
              <a:t>COPY PARA INSTAGRAM</a:t>
            </a:r>
          </a:p>
          <a:p/>
          <a:p>
            <a:r>
              <a:t>Reconocer una cultura no es dedicarle una fecha: es que aparezca el resto del año en lo que se enseña. Ese reconocimiento creció, y la tarea ahora es que llegue a todas las aulas.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 Día Internacional de la Alfabetización</a:t>
            </a:r>
          </a:p>
          <a:p/>
          <a:p>
            <a:r>
              <a:t>Publicar: miércoles 8 de setiembre de 2027</a:t>
            </a:r>
          </a:p>
          <a:p/>
          <a:p>
            <a:r>
              <a:t>COPY PARA INSTAGRAM</a:t>
            </a:r>
          </a:p>
          <a:p/>
          <a:p>
            <a:r>
              <a:t>Hay estudiantado que lee en voz alta sin dificultad y no puede decir de qué trataba el párrafo. Ahí la alfabetización quedó a medias. 📖</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 · Día de la Niñez</a:t>
            </a:r>
          </a:p>
          <a:p/>
          <a:p>
            <a:r>
              <a:t>Publicar: jueves 9 de setiembre de 2027</a:t>
            </a:r>
          </a:p>
          <a:p/>
          <a:p>
            <a:r>
              <a:t>COPY PARA INSTAGRAM</a:t>
            </a:r>
          </a:p>
          <a:p/>
          <a:p>
            <a:r>
              <a:t>Cuando el día se llena de tareas y actividades dirigidas, lo primero que se recorta es el juego libre, que es justo lo que más rinde. 🧸</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 · Independencia</a:t>
            </a:r>
          </a:p>
          <a:p/>
          <a:p>
            <a:r>
              <a:t>Publicar: miércoles 15 de setiembre de 2027</a:t>
            </a:r>
          </a:p>
          <a:p/>
          <a:p>
            <a:r>
              <a:t>COPY PARA INSTAGRAM</a:t>
            </a:r>
          </a:p>
          <a:p/>
          <a:p>
            <a:r>
              <a:t>Feliz 15 de setiembre. 🇨🇷</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 Día de la Comunidad de Personas Sordas de Costa Rica</a:t>
            </a:r>
          </a:p>
          <a:p/>
          <a:p>
            <a:r>
              <a:t>Publicar: martes 21 de setiembre de 2027</a:t>
            </a:r>
          </a:p>
          <a:p/>
          <a:p>
            <a:r>
              <a:t>COPY PARA INSTAGRAM</a:t>
            </a:r>
          </a:p>
          <a:p/>
          <a:p>
            <a:r>
              <a:t>No es una recomendación de buenas prácticas: está en la ley. El artículo 33 de la Ley 9822 lo dice con esas palabras. 🤟</a:t>
            </a:r>
          </a:p>
          <a:p/>
          <a:p>
            <a:r>
              <a:t>Referencia:</a:t>
            </a:r>
          </a:p>
          <a:p>
            <a:r>
              <a:t>Ley 9822, Reconocimiento de la Lengua de Señas Costarricense (2020).</a:t>
            </a:r>
          </a:p>
          <a:p>
            <a:r>
              <a:t>http://www.pgrweb.go.cr/DOCS/NORMAS/1/VIGENTE/L/2020-2029/2020-2024/2020/1671A/139159.HTML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 · Día Internacional de las Lenguas de Señas</a:t>
            </a:r>
          </a:p>
          <a:p/>
          <a:p>
            <a:r>
              <a:t>Publicar: jueves 23 de setiembre de 2027</a:t>
            </a:r>
          </a:p>
          <a:p/>
          <a:p>
            <a:r>
              <a:t>COPY PARA INSTAGRAM</a:t>
            </a:r>
          </a:p>
          <a:p/>
          <a:p>
            <a:r>
              <a:t>La idea de un lenguaje de señas único es de las más extendidas. Las lenguas de señas nacen en comunidades concretas, como cualquier otra lengua. 🤟</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27 · Mes de la dislexia</a:t>
            </a:r>
          </a:p>
          <a:p/>
          <a:p>
            <a:r>
              <a:t>Publicar: octubre de 2027</a:t>
            </a:r>
          </a:p>
          <a:p/>
          <a:p>
            <a:r>
              <a:t>COPY PARA INSTAGRAM</a:t>
            </a:r>
          </a:p>
          <a:p/>
          <a:p>
            <a:r>
              <a:t>La imagen de las letras invertidas es la más repetida y la menos exacta. La dislexia está en el procesamiento de los sonidos del lenguaje. 🔤</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 · Día Mundial de las Personas Docentes</a:t>
            </a:r>
          </a:p>
          <a:p/>
          <a:p>
            <a:r>
              <a:t>Publicar: martes 5 de octubre de 2027</a:t>
            </a:r>
          </a:p>
          <a:p/>
          <a:p>
            <a:r>
              <a:t>COPY PARA INSTAGRAM</a:t>
            </a:r>
          </a:p>
          <a:p/>
          <a:p>
            <a:r>
              <a:t>A las personas docentes que sostienen aulas diversas con los recursos que hay. El reconocimiento sirve poco si no viene con condiciones. 🍎</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 · Día Mundial de la Salud Mental</a:t>
            </a:r>
          </a:p>
          <a:p/>
          <a:p>
            <a:r>
              <a:t>Publicar: domingo 10 de octubre de 2027</a:t>
            </a:r>
          </a:p>
          <a:p/>
          <a:p>
            <a:r>
              <a:t>⚠ Sustituir el marcador por el canal de atención vigente antes de publicar. No publicar con el marcador puesto.</a:t>
            </a:r>
          </a:p>
          <a:p/>
          <a:p>
            <a:r>
              <a:t>COPY PARA INSTAGRAM</a:t>
            </a:r>
          </a:p>
          <a:p/>
          <a:p>
            <a:r>
              <a:t>[CANAL DE ATENCIÓN VIGENTE] 💬</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 Día de las Culturas</a:t>
            </a:r>
          </a:p>
          <a:p/>
          <a:p>
            <a:r>
              <a:t>Publicar: martes 12 de octubre de 2027</a:t>
            </a:r>
          </a:p>
          <a:p/>
          <a:p>
            <a:r>
              <a:t>COPY PARA INSTAGRAM</a:t>
            </a:r>
          </a:p>
          <a:p/>
          <a:p>
            <a:r>
              <a:t>El cambio de nombre no fue cosmético. Reconocer varias culturas obliga a revisar qué se enseña y desde qué mirada. 🌎</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 · Día del Bastón Blanco</a:t>
            </a:r>
          </a:p>
          <a:p/>
          <a:p>
            <a:r>
              <a:t>Publicar: viernes 15 de octubre de 2027</a:t>
            </a:r>
          </a:p>
          <a:p/>
          <a:p>
            <a:r>
              <a:t>COPY PARA INSTAGRAM</a:t>
            </a:r>
          </a:p>
          <a:p/>
          <a:p>
            <a:r>
              <a:t>La ayuda no solicitada suele desorientar más que servir. Preguntar primero es la regla. 🦯</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 · Día Internacional de la Fluidez del Habla</a:t>
            </a:r>
          </a:p>
          <a:p/>
          <a:p>
            <a:r>
              <a:t>Publicar: viernes 22 de octubre de 2027</a:t>
            </a:r>
          </a:p>
          <a:p/>
          <a:p>
            <a:r>
              <a:t>COPY PARA INSTAGRAM</a:t>
            </a:r>
          </a:p>
          <a:p/>
          <a:p>
            <a:r>
              <a:t>Esperar, sostener la mirada y no apurar. Suena mínimo y es lo que más pide la comunidad que tartamudea. 🗣️</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 Prematrícula y matrícula</a:t>
            </a:r>
          </a:p>
          <a:p/>
          <a:p>
            <a:r>
              <a:t>Publicar: noviembre de 2027</a:t>
            </a:r>
          </a:p>
          <a:p/>
          <a:p>
            <a:r>
              <a:t>⚠ Fecha inferida del patrón del calendario universitario 2025 y 2026. Verificar la fecha antes de publicar.</a:t>
            </a:r>
          </a:p>
          <a:p/>
          <a:p>
            <a:r>
              <a:t>COPY PARA INSTAGRAM</a:t>
            </a:r>
          </a:p>
          <a:p/>
          <a:p>
            <a:r>
              <a:t>Recordá las fechas de prematrícula y matrícula. Consultas a recepcion.eoee@ucr.ac.cr. 🗓️</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 Día Mundial de la Infancia</a:t>
            </a:r>
          </a:p>
          <a:p/>
          <a:p>
            <a:r>
              <a:t>Publicar: sábado 20 de noviembre de 2027</a:t>
            </a:r>
          </a:p>
          <a:p/>
          <a:p>
            <a:r>
              <a:t>COPY PARA INSTAGRAM</a:t>
            </a:r>
          </a:p>
          <a:p/>
          <a:p>
            <a:r>
              <a:t>En las decisiones sobre apoyos educativos, la persona menos consultada suele ser la que se ve afectada. 🧸</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 · Día Internacional de la Eliminación de la Violencia contra las Mujeres</a:t>
            </a:r>
          </a:p>
          <a:p/>
          <a:p>
            <a:r>
              <a:t>Publicar: jueves 25 de noviembre de 2027</a:t>
            </a:r>
          </a:p>
          <a:p/>
          <a:p>
            <a:r>
              <a:t>⚠ Confirmar el canal de denuncia vigente antes de publicar. No publicar con el marcador puesto.</a:t>
            </a:r>
          </a:p>
          <a:p/>
          <a:p>
            <a:r>
              <a:t>COPY PARA INSTAGRAM</a:t>
            </a:r>
          </a:p>
          <a:p/>
          <a:p>
            <a:r>
              <a:t>La ruta de denuncia existe y se puede usar. Que exista es resultado de años de trabajo, y sirve en la medida en que se conozca. [CANAL VIGENTE]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 · Cierre del II ciclo y vacaciones</a:t>
            </a:r>
          </a:p>
          <a:p/>
          <a:p>
            <a:r>
              <a:t>Publicar: sábado 27 de noviembre de 2027</a:t>
            </a:r>
          </a:p>
          <a:p/>
          <a:p>
            <a:r>
              <a:t>⚠ Fecha inferida del patrón del calendario universitario 2025 y 2026. Verificar la fecha antes de publicar.</a:t>
            </a:r>
          </a:p>
          <a:p/>
          <a:p>
            <a:r>
              <a:t>COPY PARA INSTAGRAM</a:t>
            </a:r>
          </a:p>
          <a:p/>
          <a:p>
            <a:r>
              <a:t>Cerramos el II ciclo y el año lectivo. Volvemos el 3 de enero de 2028 con el arranque del III ciclo. 👋</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 · Día Internacional de las Personas con Discapacidad</a:t>
            </a:r>
          </a:p>
          <a:p/>
          <a:p>
            <a:r>
              <a:t>Publicar: viernes 3 de diciembre de 2027</a:t>
            </a:r>
          </a:p>
          <a:p/>
          <a:p>
            <a:r>
              <a:t>COPY PARA INSTAGRAM</a:t>
            </a:r>
          </a:p>
          <a:p/>
          <a:p>
            <a:r>
              <a:t>La grada no es un problema de quien usa silla de ruedas: es un problema de quien diseñó la entrada. La buena noticia es que cada rampa, cada subtítulo y cada documento accesible se construye una vez y queda para siempre. ♿</a:t>
            </a:r>
          </a:p>
          <a:p/>
          <a:p>
            <a:r>
              <a:t>Referencia:</a:t>
            </a:r>
          </a:p>
          <a:p>
            <a:r>
              <a:t>Convención sobre los Derechos de las Personas con Discapacidad, ratificada en Costa Rica por la Ley 8661 (2008).</a:t>
            </a:r>
          </a:p>
          <a:p>
            <a:r>
              <a:t>https://www.un.org/esa/socdev/enable/documents/tccconvs.pdf</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37 · Día de los Derechos Humanos</a:t>
            </a:r>
          </a:p>
          <a:p/>
          <a:p>
            <a:r>
              <a:t>Publicar: viernes 10 de diciembre de 2027</a:t>
            </a:r>
          </a:p>
          <a:p/>
          <a:p>
            <a:r>
              <a:t>COPY PARA INSTAGRAM</a:t>
            </a:r>
          </a:p>
          <a:p/>
          <a:p>
            <a:r>
              <a:t>Cuando el acceso a la educación depende de la buena voluntad de una institución, ya dejó de tratarse como un derecho. ⚖️</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39 · Cierre institucional de fin de año</a:t>
            </a:r>
          </a:p>
          <a:p/>
          <a:p>
            <a:r>
              <a:t>Publicar: diciembre de 2027</a:t>
            </a:r>
          </a:p>
          <a:p/>
          <a:p>
            <a:r>
              <a:t>⚠ Fecha inferida del patrón del calendario universitario 2025 y 2026. Verificar la fecha antes de publicar.</a:t>
            </a:r>
          </a:p>
          <a:p/>
          <a:p>
            <a:r>
              <a:t>COPY PARA INSTAGRAM</a:t>
            </a:r>
          </a:p>
          <a:p/>
          <a:p>
            <a:r>
              <a:t>Gracias por acompañarnos este año. Retomamos el lunes 3 de enero de 2028.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1-0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2-0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3-0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4-0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5-05.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6-06.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7-10.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8-07.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9-08.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0-09.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1-1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2-1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3-1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4-1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5-16.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6-17.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7-18.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8-19.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9-20.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0-2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1-2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2-2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3-2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4-25.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5-26.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6-27.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7-28.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8-29.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9-30.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0-3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1-3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2-35.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3-3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4-3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5-38.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6-36.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7-37.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8-39.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EOEE · Calendario de publicaciones 2027</dc:title>
  <dc:subject/>
  <dc:creator>Marcelo Rodríguez Aguilar</dc:creator>
  <cp:keywords/>
  <dc:description>generated using python-pptx</dc:description>
  <cp:lastModifiedBy>Marcelo Rodríguez Aguilar</cp:lastModifiedBy>
  <cp:revision>1</cp:revision>
  <dcterms:created xsi:type="dcterms:W3CDTF">2013-01-27T09:14:16Z</dcterms:created>
  <dcterms:modified xsi:type="dcterms:W3CDTF">2013-01-27T09:15:58Z</dcterms:modified>
  <cp:category/>
</cp:coreProperties>
</file>