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Lst>
  <p:sldSz cx="10287000" cy="1285875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A1 · Ponerse a prueba en vez de releer</a:t>
            </a:r>
          </a:p>
          <a:p/>
          <a:p>
            <a:r>
              <a:t>COPY PARA INSTAGRAM</a:t>
            </a:r>
          </a:p>
          <a:p/>
          <a:p>
            <a:r>
              <a:t>Releer se siente productivo porque el texto se vuelve familiar. Recordarlo sin mirar se siente difícil, y por eso funciona. La revisión reunió 49 tamaños de efecto de experimentos hechos en aulas reales, no en laboratorio, con 5 374 estudiantes: en el 57 % el beneficio de practicar la recuperación fue medio o grande. El efecto crece cuando después de intentar recordar hay retroalimentación. Cerrá el cuaderno y escribí lo que puedas antes de volver a abrirlo. 📕✏️</a:t>
            </a:r>
          </a:p>
          <a:p/>
          <a:p>
            <a:r>
              <a:t>Referencia:</a:t>
            </a:r>
          </a:p>
          <a:p>
            <a:r>
              <a:t>Agarwal, P. K., Nunes, L. D. y Blunt, J. R. (2021). Retrieval practice consistently benefits student learning: a systematic review of applied research in schools and classrooms. Educational Psychology Review, 33, 1409-1453.</a:t>
            </a:r>
          </a:p>
          <a:p>
            <a:r>
              <a:t>https://doi.org/10.1007/s10648-021-09595-9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A2 · Estudiar espaciado le gana al maratón</a:t>
            </a:r>
          </a:p>
          <a:p/>
          <a:p>
            <a:r>
              <a:t>COPY PARA INSTAGRAM</a:t>
            </a:r>
          </a:p>
          <a:p/>
          <a:p>
            <a:r>
              <a:t>No se trata de estudiar más, sino de repartirlo. La revisión filtró más de 3 000 artículos y se quedó con 22 estudios hechos en clases reales, con 31 tamaños de efecto y más de 3 000 estudiantes. El resultado es un efecto medio a favor de repartir el estudio (d = 0,54), y crece cuando el examen queda lejos en el tiempo. Cuatro sesiones de una hora en cuatro días rinden más que cuatro horas seguidas la noche anterior. 📆</a:t>
            </a:r>
          </a:p>
          <a:p/>
          <a:p>
            <a:r>
              <a:t>Referencia:</a:t>
            </a:r>
          </a:p>
          <a:p>
            <a:r>
              <a:t>Mawson, R. D. y Kang, S. H. K. (2025). The distributed practice effect on classroom learning: a meta-analytic review of applied research. Behavioral Sciences, 15(6), 771.</a:t>
            </a:r>
          </a:p>
          <a:p>
            <a:r>
              <a:t>https://doi.org/10.3390/bs15060771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 · Las técnicas más populares son de las menos útiles</a:t>
            </a:r>
          </a:p>
          <a:p/>
          <a:p>
            <a:r>
              <a:t>Carrusel de 4 láminas. Esta es la portada.</a:t>
            </a:r>
          </a:p>
          <a:p/>
          <a:p>
            <a:r>
              <a:t>COPY PARA INSTAGRAM</a:t>
            </a:r>
          </a:p>
          <a:p/>
          <a:p>
            <a:r>
              <a:t>La revisión reunió 242 estudios, 1 619 efectos y 169 179 participantes para ordenar diez técnicas de estudio. Las más efectivas son repartir el estudio y ponerse a prueba; subrayar y resumir quedaron al final. Hay un hallazgo que suele pasarse por alto: los efectos son bastante mayores en el estudiantado con rendimiento más bajo, o sea que estas técnicas pesan más justo donde más falta hacen. 🖍️</a:t>
            </a:r>
          </a:p>
          <a:p/>
          <a:p>
            <a:r>
              <a:t>Referencia:</a:t>
            </a:r>
          </a:p>
          <a:p>
            <a:r>
              <a:t>Donoghue, G. M. y Hattie, J. A. C. (2021). A meta-analysis of ten learning techniques. Frontiers in Education, 6, 581216.</a:t>
            </a:r>
          </a:p>
          <a:p>
            <a:r>
              <a:t>https://doi.org/10.3389/feduc.2021.581216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 · Las técnicas más populares son de las menos útiles · lámina 2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 · Las técnicas más populares son de las menos útiles · lámina 3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 · Las técnicas más populares son de las menos útiles · lámina 4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A4 · El celular abierto en clase</a:t>
            </a:r>
          </a:p>
          <a:p/>
          <a:p>
            <a:r>
              <a:t>COPY PARA INSTAGRAM</a:t>
            </a:r>
          </a:p>
          <a:p/>
          <a:p>
            <a:r>
              <a:t>El cerebro no atiende dos cosas a la vez: alterna, y cada cambio cobra un peaje. El metaanálisis reunió 27 experimentos aleatorizados con 2 245 participantes y midió el recuerdo inmediato después de la clase. El efecto negativo es de tamaño medio (g = −0,65) y llega a ser casi grande cuando se trata de recordar una clase magistral. Lo que no está a la vista no compite: guardarlo fuera del alcance funciona mejor que proponerse no mirarlo. 📵</a:t>
            </a:r>
          </a:p>
          <a:p/>
          <a:p>
            <a:r>
              <a:t>Referencia:</a:t>
            </a:r>
          </a:p>
          <a:p>
            <a:r>
              <a:t>Chen, Q., Yan, Z., Moeyaert, M. y Bangert-Drowns, R. (2024). Mobile multitasking in learning: a meta-analysis of effects of mobile phone distraction on young adults' immediate recall. Computers in Human Behavior, 162, 108432.</a:t>
            </a:r>
          </a:p>
          <a:p>
            <a:r>
              <a:t>https://doi.org/10.1016/j.chb.2024.108432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A5 · La calidad del sueño pesa más que las horas</a:t>
            </a:r>
          </a:p>
          <a:p/>
          <a:p>
            <a:r>
              <a:t>COPY PARA INSTAGRAM</a:t>
            </a:r>
          </a:p>
          <a:p/>
          <a:p>
            <a:r>
              <a:t>Contar horas no alcanza. La revisión reunió 72 tamaños de efecto de 59 artículos, con 163 357 participantes, y encontró una correlación positiva y consistente entre calidad del sueño y rendimiento académico (r = 0,17). El desfase entre el horario de entre semana y el de fin de semana la empeora. Un sueño interrumpido deja las mismas ocho horas en el reloj y bastante menos en la memoria. 😴🌙</a:t>
            </a:r>
          </a:p>
          <a:p/>
          <a:p>
            <a:r>
              <a:t>Referencia:</a:t>
            </a:r>
          </a:p>
          <a:p>
            <a:r>
              <a:t>Zhou, J., Liu, Y., Yue, C., Wang, M., Chen, K. y Rosales, K. P. (2026). The effect of sleep quality on academic performance: a systematic review and meta-analysis. Behavioral Sciences, 16(5), 634.</a:t>
            </a:r>
          </a:p>
          <a:p>
            <a:r>
              <a:t>https://doi.org/10.3390/bs16050634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A6 · Saber cómo se aprende</a:t>
            </a:r>
          </a:p>
          <a:p/>
          <a:p>
            <a:r>
              <a:t>Carrusel de 3 láminas. Esta es la portada.</a:t>
            </a:r>
          </a:p>
          <a:p/>
          <a:p>
            <a:r>
              <a:t>⚠ Verificar el dato del 92 % en la fuente antes de publicar.</a:t>
            </a:r>
          </a:p>
          <a:p/>
          <a:p>
            <a:r>
              <a:t>COPY PARA INSTAGRAM</a:t>
            </a:r>
          </a:p>
          <a:p/>
          <a:p>
            <a:r>
              <a:t>La metacognición es darse cuenta de qué se entendió y qué no, y decidir qué hacer con eso. Es una de las variables que más peso tiene sobre el aprendizaje y casi nadie la nombra: el estudio la evaluó en 155 estudiantes de segundo y tercer año de Medicina, midiendo retención hasta tres meses después. Dos preguntas la ponen a trabajar. Antes de estudiar, qué creo que ya sé. Después, qué quedó flojo. 🧠</a:t>
            </a:r>
          </a:p>
          <a:p/>
          <a:p>
            <a:r>
              <a:t>Referencia:</a:t>
            </a:r>
          </a:p>
          <a:p>
            <a:r>
              <a:t>Urrizola, A., Santiago, R. y Arbea, L. (2023). Learning techniques that medical students use for long-term retention: a cross-sectional analysis. Medical Teacher, 45(4), 412-418.</a:t>
            </a:r>
          </a:p>
          <a:p>
            <a:r>
              <a:t>https://doi.org/10.1080/0142159X.2022.2137016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A6 · Saber cómo se aprende · lámina 2 de 3</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A6 · Saber cómo se aprende · lámina 3 de 3</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A7 · Plan de siete días antes del parcial</a:t>
            </a:r>
          </a:p>
          <a:p/>
          <a:p>
            <a:r>
              <a:t>Carrusel de 5 láminas. Esta es la portada.</a:t>
            </a:r>
          </a:p>
          <a:p/>
          <a:p>
            <a:r>
              <a:t>COPY PARA INSTAGRAM</a:t>
            </a:r>
          </a:p>
          <a:p/>
          <a:p>
            <a:r>
              <a:t>Este plan aplica tres cosas con respaldo: repartir el estudio en varios días, ponerse a prueba sin mirar, y explicar con palabras propias. El orden importa y no conviene alterarlo: la recuperación va antes de la revisión, siempre. Adaptalo a la materia, pero mantené la secuencia. 🗓️</a:t>
            </a:r>
          </a:p>
          <a:p/>
          <a:p>
            <a:r>
              <a:t>Referencias:</a:t>
            </a:r>
          </a:p>
          <a:p>
            <a:r>
              <a:t>Donoghue, G. M. y Hattie, J. A. C. (2021). A meta-analysis of ten learning techniques. Frontiers in Education, 6, 581216.</a:t>
            </a:r>
          </a:p>
          <a:p>
            <a:r>
              <a:t>https://doi.org/10.3389/feduc.2021.581216</a:t>
            </a:r>
          </a:p>
          <a:p>
            <a:r>
              <a:t>Agarwal, P. K., Nunes, L. D. y Blunt, J. R. (2021). Retrieval practice consistently benefits student learning: a systematic review of applied research in schools and classrooms. Educational Psychology Review, 33, 1409-1453.</a:t>
            </a:r>
          </a:p>
          <a:p>
            <a:r>
              <a:t>https://doi.org/10.1007/s10648-021-09595-9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A7 · Plan de siete días antes del parcial · lámina 2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A7 · Plan de siete días antes del parcial · lámina 3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A7 · Plan de siete días antes del parcial · lámina 4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A7 · Plan de siete días antes del parcial · lámina 5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B1 · Los estilos de aprendizaje</a:t>
            </a:r>
          </a:p>
          <a:p/>
          <a:p>
            <a:r>
              <a:t>Carrusel de 4 láminas. Esta es la portada.</a:t>
            </a:r>
          </a:p>
          <a:p/>
          <a:p>
            <a:r>
              <a:t>COPY PARA INSTAGRAM</a:t>
            </a:r>
          </a:p>
          <a:p/>
          <a:p>
            <a:r>
              <a:t>En 37 estudios con 15 405 personas educadoras, el 89 % creía en los estilos de aprendizaje. Es el mito educativo más extendido. Cuando se mide de verdad, el metaanálisis más reciente encontró un efecto general pequeño a favor de emparejar la enseñanza con el estilo, pero solo en un 26 % de las medidas apareció el cruce que haría falta para sostener la teoría. Es poca base para repartir etiquetas. Lo que sí funciona es usar varios formatos para el grupo entero, según lo que pide el contenido. 🤔</a:t>
            </a:r>
          </a:p>
          <a:p/>
          <a:p>
            <a:r>
              <a:t>Referencias:</a:t>
            </a:r>
          </a:p>
          <a:p>
            <a:r>
              <a:t>Newton, P. M. y Salvi, A. (2020). How common is belief in the learning styles neuromyth, and does it matter? A pragmatic systematic review. Frontiers in Education, 5, 602451.</a:t>
            </a:r>
          </a:p>
          <a:p>
            <a:r>
              <a:t>https://doi.org/10.3389/feduc.2020.602451</a:t>
            </a:r>
          </a:p>
          <a:p>
            <a:r>
              <a:t>Aslaksen, K. y Lorås, H. (2018). The modality-specific learning style hypothesis: a mini-review. Frontiers in Psychology, 9, 1538.</a:t>
            </a:r>
          </a:p>
          <a:p>
            <a:r>
              <a:t>https://doi.org/10.3389/fpsyg.2018.01538</a:t>
            </a:r>
          </a:p>
          <a:p>
            <a:r>
              <a:t>Clinton-Lisell, V. y Litzinger, C. (2024). Is it really a neuromyth? A meta-analysis of the learning styles matching hypothesis. Frontiers in Psychology, 15, 1428732.</a:t>
            </a:r>
          </a:p>
          <a:p>
            <a:r>
              <a:t>https://doi.org/10.3389/fpsyg.2024.1428732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B1 · Los estilos de aprendizaje · lámina 2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B1 · Los estilos de aprendizaje · lámina 3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B1 · Los estilos de aprendizaje · lámina 4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B2 · Leer no se aprende solo</a:t>
            </a:r>
          </a:p>
          <a:p/>
          <a:p>
            <a:r>
              <a:t>COPY PARA INSTAGRAM</a:t>
            </a:r>
          </a:p>
          <a:p/>
          <a:p>
            <a:r>
              <a:t>Ningún niño ni ninguna niña aprende a leer por estar rodeado de libros. El metaanálisis del National Reading Panel reunió 52 estudios y 96 comparaciones, y encontró un efecto medio de la instrucción explícita en conciencia fonémica sobre el aprendizaje de la lectura (d = 0,53). Dos detalles prácticos: trabajar uno o dos sonidos a la vez rinde más que muchos al mismo tiempo, y con las letras a la vista rinde más que solo de oído. 📖</a:t>
            </a:r>
          </a:p>
          <a:p/>
          <a:p>
            <a:r>
              <a:t>Referencia:</a:t>
            </a:r>
          </a:p>
          <a:p>
            <a:r>
              <a:t>Ehri, L. C., Nunes, S. R., Willows, D. M., Schuster, B. V., Yaghoub-Zadeh, Z. y Shanahan, T. (2001). Phonemic awareness instruction helps children learn to read: evidence from the National Reading Panel's meta-analysis. Reading Research Quarterly, 36(3), 250-287.</a:t>
            </a:r>
          </a:p>
          <a:p>
            <a:r>
              <a:t>https://doi.org/10.1598/RRQ.36.3.2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B3 · La inclusión no perjudica al resto del grupo</a:t>
            </a:r>
          </a:p>
          <a:p/>
          <a:p>
            <a:r>
              <a:t>COPY PARA INSTAGRAM</a:t>
            </a:r>
          </a:p>
          <a:p/>
          <a:p>
            <a:r>
              <a:t>La preocupación es legítima y por eso se estudió. El metaanálisis comparó entornos inclusivos con entornos segregados y encontró que el estudiantado con dificultades de aprendizaje rinde mejor en el aula inclusiva (d = 0,35), mientras que el grupo sin dificultades no muestra diferencias. Hay una condición: los resultados corresponden a inclusión con apoyos reales. La inclusión sin condiciones no es inclusión, es coubicación. 🙋</a:t>
            </a:r>
          </a:p>
          <a:p/>
          <a:p>
            <a:r>
              <a:t>Referencia:</a:t>
            </a:r>
          </a:p>
          <a:p>
            <a:r>
              <a:t>Krämer, S., Möller, J. y Zimmermann, F. (2021). Inclusive education of students with general learning difficulties: a meta-analysis. Review of Educational Research, 91(3), 432-478.</a:t>
            </a:r>
          </a:p>
          <a:p>
            <a:r>
              <a:t>https://doi.org/10.3102/0034654321998072</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B4 · La dislexia no es ver las letras al revés</a:t>
            </a:r>
          </a:p>
          <a:p/>
          <a:p>
            <a:r>
              <a:t>Carrusel de 4 láminas. Esta es la portada.</a:t>
            </a:r>
          </a:p>
          <a:p/>
          <a:p>
            <a:r>
              <a:t>COPY PARA INSTAGRAM</a:t>
            </a:r>
          </a:p>
          <a:p/>
          <a:p>
            <a:r>
              <a:t>La imagen de las letras invertidas es la más repetida y la menos exacta. La dislexia se ubica en el procesamiento de los sonidos del lenguaje, no en los ojos. 🔤</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B4 · La dislexia no es ver las letras al revés · lámina 2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B4 · La dislexia no es ver las letras al revés · lámina 3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B4 · La dislexia no es ver las letras al revés · lámina 4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C1 · Una de cada seis personas adultas</a:t>
            </a:r>
          </a:p>
          <a:p/>
          <a:p>
            <a:r>
              <a:t>COPY PARA INSTAGRAM</a:t>
            </a:r>
          </a:p>
          <a:p/>
          <a:p>
            <a:r>
              <a:t>Datos de la Encuesta Nacional sobre Discapacidad del INEC. No es una población pequeña ni excepcional: es una de cada seis personas adultas del país, y entre las personas adultas mayores la proporción más que duplica el promedio nacional. 📊</a:t>
            </a:r>
          </a:p>
          <a:p/>
          <a:p>
            <a:r>
              <a:t>Referencia:</a:t>
            </a:r>
          </a:p>
          <a:p>
            <a:r>
              <a:t>Instituto Nacional de Estadística y Censos. Encuesta Nacional sobre Discapacidad.</a:t>
            </a:r>
          </a:p>
          <a:p>
            <a:r>
              <a:t>https://inec.cr/noticias/porcentaje-poblacion-adulta-mayor-discapacidad-374-mas-del-doble-del-valor-nacional</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 Cómo se nombra</a:t>
            </a:r>
          </a:p>
          <a:p/>
          <a:p>
            <a:r>
              <a:t>Carrusel de 5 láminas. Esta es la portada.</a:t>
            </a:r>
          </a:p>
          <a:p/>
          <a:p>
            <a:r>
              <a:t>COPY PARA INSTAGRAM</a:t>
            </a:r>
          </a:p>
          <a:p/>
          <a:p>
            <a:r>
              <a:t>Las dos primeras formas son correctas y ninguna es un error. La diferencia está en dónde se pone el énfasis: en la persona o en las barreras del entorno. La Convención usa la primera; el Estado costarricense usa la segunda en sus estadísticas oficiales. Las otras dos no corresponden a ninguna norma. 💬</a:t>
            </a:r>
          </a:p>
          <a:p/>
          <a:p>
            <a:r>
              <a:t>Referencia:</a:t>
            </a:r>
          </a:p>
          <a:p>
            <a:r>
              <a:t>Convención sobre los Derechos de las Personas con Discapacidad, ratificada en Costa Rica por la Ley 8661 (2008).</a:t>
            </a:r>
          </a:p>
          <a:p>
            <a:r>
              <a:t>https://www.un.org/esa/socdev/enable/documents/tccconvs.pdf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 Cómo se nombra · lámina 2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 Cómo se nombra · lámina 3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 Cómo se nombra · lámina 4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 Cómo se nombra · lámina 5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C3 · Diseño Universal para el Aprendizaje</a:t>
            </a:r>
          </a:p>
          <a:p/>
          <a:p>
            <a:r>
              <a:t>Carrusel de 4 láminas. Esta es la portada.</a:t>
            </a:r>
          </a:p>
          <a:p/>
          <a:p>
            <a:r>
              <a:t>COPY PARA INSTAGRAM</a:t>
            </a:r>
          </a:p>
          <a:p/>
          <a:p>
            <a:r>
              <a:t>El DUA no es una lista de adecuaciones: es una forma de planificar el curso completo desde el inicio. El primer metaanálisis, sobre 18 estudios, concluyó que mejora el proceso de aprendizaje para todo el estudiantado, pero que el impacto sobre los resultados educativos no quedó demostrado. La revisión más reciente, sobre 16 estudios, explica por qué: cada investigación implementa el DUA de forma distinta, así que los estudios son difíciles de comparar y las afirmaciones causales siguen siendo débiles. Sirve para diseñar, no como garantía de notas. 🧩</a:t>
            </a:r>
          </a:p>
          <a:p/>
          <a:p>
            <a:r>
              <a:t>Referencias:</a:t>
            </a:r>
          </a:p>
          <a:p>
            <a:r>
              <a:t>Capp, M. J. (2017). The effectiveness of universal design for learning: a meta-analysis of literature between 2013 and 2016. International Journal of Inclusive Education, 21(8), 791-807.</a:t>
            </a:r>
          </a:p>
          <a:p>
            <a:r>
              <a:t>https://doi.org/10.1080/13603116.2017.1325074</a:t>
            </a:r>
          </a:p>
          <a:p>
            <a:r>
              <a:t>Almeqdad, Q. I., Alodat, A. M., Alquraan, M. F., Mohaidat, M. A. y Al-Makhzoomy, A. K. (2023). The effectiveness of universal design for learning: a systematic review of the literature and meta-analysis. Cogent Education, 10(1).</a:t>
            </a:r>
          </a:p>
          <a:p>
            <a:r>
              <a:t>https://doi.org/10.1080/2331186X.2023.2218191</a:t>
            </a:r>
          </a:p>
          <a:p>
            <a:r>
              <a:t>Saenen, L., Stevens, R., Hermans, K. y Emmers, E. (2026). From principles to practice: universal design in higher education. A systematic review. Review of Education, e70129.</a:t>
            </a:r>
          </a:p>
          <a:p>
            <a:r>
              <a:t>https://doi.org/10.1002/rev3.70129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C3 · Diseño Universal para el Aprendizaje · lámina 2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C3 · Diseño Universal para el Aprendizaje · lámina 3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C3 · Diseño Universal para el Aprendizaje · lámina 4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C4 · Adecuación y ajuste razonable no son lo mismo</a:t>
            </a:r>
          </a:p>
          <a:p/>
          <a:p>
            <a:r>
              <a:t>Carrusel de 4 láminas. Esta es la portada.</a:t>
            </a:r>
          </a:p>
          <a:p/>
          <a:p>
            <a:r>
              <a:t>⚠ Verificar la redacción con la persona asesora legal de la Escuela antes de publicar.</a:t>
            </a:r>
          </a:p>
          <a:p/>
          <a:p>
            <a:r>
              <a:t>COPY PARA INSTAGRAM</a:t>
            </a:r>
          </a:p>
          <a:p/>
          <a:p>
            <a:r>
              <a:t>Los dos términos se usan como sinónimos y no lo son. Uno es una decisión pedagógica; el otro, una obligación derivada de la Convención y de la Ley 7600. ⚖️</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C4 · Adecuación y ajuste razonable no son lo mismo · lámina 2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C4 · Adecuación y ajuste razonable no son lo mismo · lámina 3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C4 · Adecuación y ajuste razonable no son lo mismo · lámina 4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C5 · Qué hace un equipo de apoyo educativo</a:t>
            </a:r>
          </a:p>
          <a:p/>
          <a:p>
            <a:r>
              <a:t>Carrusel de 4 láminas. Esta es la portada.</a:t>
            </a:r>
          </a:p>
          <a:p/>
          <a:p>
            <a:r>
              <a:t>⚠ Verificar la descripción con el equipo docente del área antes de publicar.</a:t>
            </a:r>
          </a:p>
          <a:p/>
          <a:p>
            <a:r>
              <a:t>COPY PARA INSTAGRAM</a:t>
            </a:r>
          </a:p>
          <a:p/>
          <a:p>
            <a:r>
              <a:t>La imagen del apoyo como un lugar al que se saca al estudiantado sigue circulando. El modelo vigente es el contrario: el apoyo entra al aula. 🤝</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C5 · Qué hace un equipo de apoyo educativo · lámina 2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C5 · Qué hace un equipo de apoyo educativo · lámina 3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C5 · Qué hace un equipo de apoyo educativo · lámina 4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C6 · Conducta: lo que sostiene el cambio</a:t>
            </a:r>
          </a:p>
          <a:p/>
          <a:p>
            <a:r>
              <a:t>COPY PARA INSTAGRAM</a:t>
            </a:r>
          </a:p>
          <a:p/>
          <a:p>
            <a:r>
              <a:t>Antes de preguntar cómo detener una conducta, conviene preguntar para qué le sirve a esa persona. La respuesta indica qué hay que enseñar. 🔁</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C7 · Cómo hacer accesible lo que publicás</a:t>
            </a:r>
          </a:p>
          <a:p/>
          <a:p>
            <a:r>
              <a:t>Carrusel de 5 láminas. Esta es la portada.</a:t>
            </a:r>
          </a:p>
          <a:p/>
          <a:p>
            <a:r>
              <a:t>COPY PARA INSTAGRAM</a:t>
            </a:r>
          </a:p>
          <a:p/>
          <a:p>
            <a:r>
              <a:t>La accesibilidad de lo que se publica no es un extra: la Ley 7600 la exige. Cuatro revisiones antes de darle publicar. ✅</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C7 · Cómo hacer accesible lo que publicás · lámina 2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C7 · Cómo hacer accesible lo que publicás · lámina 3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C7 · Cómo hacer accesible lo que publicás · lámina 4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C7 · Cómo hacer accesible lo que publicás · lámina 5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D1 · Leerle no basta: hay que preguntarle</a:t>
            </a:r>
          </a:p>
          <a:p/>
          <a:p>
            <a:r>
              <a:t>COPY PARA INSTAGRAM</a:t>
            </a:r>
          </a:p>
          <a:p/>
          <a:p>
            <a:r>
              <a:t>Preguntar qué está pasando, qué creés que va a pasar, y esperar la respuesta. Esa pausa es lo que convierte el cuento en lenguaje. El metaanálisis reunió 16 estudios y encontró un efecto medio sobre el vocabulario expresivo (d = 0,59), con un dato útil para las familias: el efecto es mayor entre los dos y los tres años y se reduce con niñas y niños mayores. Vale empezar temprano. 📚💛</a:t>
            </a:r>
          </a:p>
          <a:p/>
          <a:p>
            <a:r>
              <a:t>Referencia:</a:t>
            </a:r>
          </a:p>
          <a:p>
            <a:r>
              <a:t>Mol, S. E., Bus, A. G., de Jong, M. T. y Smeets, D. J. H. (2008). Added value of dialogic parent-child book readings: a meta-analysis. Early Education and Development, 19(1), 7-26.</a:t>
            </a:r>
          </a:p>
          <a:p>
            <a:r>
              <a:t>https://doi.org/10.1080/10409280701838603</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D2 · Cuándo consultar por el desarrollo del lenguaje</a:t>
            </a:r>
          </a:p>
          <a:p/>
          <a:p>
            <a:r>
              <a:t>Carrusel de 4 láminas. Esta es la portada.</a:t>
            </a:r>
          </a:p>
          <a:p/>
          <a:p>
            <a:r>
              <a:t>⚠ Validar los indicadores con el equipo docente del área de lenguaje antes de publicar.</a:t>
            </a:r>
          </a:p>
          <a:p/>
          <a:p>
            <a:r>
              <a:t>COPY PARA INSTAGRAM</a:t>
            </a:r>
          </a:p>
          <a:p/>
          <a:p>
            <a:r>
              <a:t>La frase "ya va a hablar" retrasa consultas que conviene hacer temprano. Consultar no compromete a nada. 🗣️</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D2 · Cuándo consultar por el desarrollo del lenguaje · lámina 2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D2 · Cuándo consultar por el desarrollo del lenguaje · lámina 3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D2 · Cuándo consultar por el desarrollo del lenguaje · lámina 4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D3 · Jugar con los sonidos de las palabras</a:t>
            </a:r>
          </a:p>
          <a:p/>
          <a:p>
            <a:r>
              <a:t>Carrusel de 5 láminas. Esta es la portada.</a:t>
            </a:r>
          </a:p>
          <a:p/>
          <a:p>
            <a:r>
              <a:t>COPY PARA INSTAGRAM</a:t>
            </a:r>
          </a:p>
          <a:p/>
          <a:p>
            <a:r>
              <a:t>Cuatro juegos de cinco minutos, sin material y sin pantalla. Es la base sobre la que después se apoya la lectura. El metaanálisis del National Reading Panel encontró dos condiciones que mejoran el resultado: trabajar uno o dos sonidos a la vez en lugar de muchos, y hacerlo con las letras a la vista, no solo de oído. Las sesiones cortas rinden más que los programas larguísimos. 🎲</a:t>
            </a:r>
          </a:p>
          <a:p/>
          <a:p>
            <a:r>
              <a:t>Referencia:</a:t>
            </a:r>
          </a:p>
          <a:p>
            <a:r>
              <a:t>Ehri, L. C., Nunes, S. R., Willows, D. M., Schuster, B. V., Yaghoub-Zadeh, Z. y Shanahan, T. (2001). Phonemic awareness instruction helps children learn to read: evidence from the National Reading Panel's meta-analysis. Reading Research Quarterly, 36(3), 250-287.</a:t>
            </a:r>
          </a:p>
          <a:p>
            <a:r>
              <a:t>https://doi.org/10.1598/RRQ.36.3.2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D3 · Jugar con los sonidos de las palabras · lámina 2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D3 · Jugar con los sonidos de las palabras · lámina 3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D3 · Jugar con los sonidos de las palabras · lámina 4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D3 · Jugar con los sonidos de las palabras · lámina 5 de 5</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D4 · Lo que hacen las familias sí mueve la aguja</a:t>
            </a:r>
          </a:p>
          <a:p/>
          <a:p>
            <a:r>
              <a:t>COPY PARA INSTAGRAM</a:t>
            </a:r>
          </a:p>
          <a:p/>
          <a:p>
            <a:r>
              <a:t>No se trata de convertir a la familia en terapeuta. El metaanálisis encontró que las intervenciones aplicadas por la familia tienen un efecto positivo y significativo sobre el lenguaje expresivo de niñas y niños con dificultades o en riesgo. Un detalle que vale la pena: el efecto sobre vocabulario expresivo apareció sobre todo en las intervenciones de lectura compartida. Leer juntos y preguntar sigue siendo lo que más rinde. 💛</a:t>
            </a:r>
          </a:p>
          <a:p/>
          <a:p>
            <a:r>
              <a:t>Referencia:</a:t>
            </a:r>
          </a:p>
          <a:p>
            <a:r>
              <a:t>Heidlage, J. K., Cunningham, J. E., Kaiser, A. P., Trivette, C. M., Barton, E. E., Frey, J. R. y Roberts, M. Y. (2020). The effects of parent-implemented language interventions on child linguistic outcomes: a meta-analysis. Early Childhood Research Quarterly, 50, 6-23.</a:t>
            </a:r>
          </a:p>
          <a:p>
            <a:r>
              <a:t>https://doi.org/10.1016/j.ecresq.2018.12.006</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E1 · La ansiedad ante los exámenes se trabaja</a:t>
            </a:r>
          </a:p>
          <a:p/>
          <a:p>
            <a:r>
              <a:t>COPY PARA INSTAGRAM</a:t>
            </a:r>
          </a:p>
          <a:p/>
          <a:p>
            <a:r>
              <a:t>Practicar en condiciones parecidas a las del examen, con tiempo y sin apuntes, reduce el efecto. Si se repite en cada evaluación, conviene consultar en Orientación. 📝</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E2 · La orientación vocacional no es un test</a:t>
            </a:r>
          </a:p>
          <a:p/>
          <a:p>
            <a:r>
              <a:t>Carrusel de 4 láminas. Esta es la portada.</a:t>
            </a:r>
          </a:p>
          <a:p/>
          <a:p>
            <a:r>
              <a:t>COPY PARA INSTAGRAM</a:t>
            </a:r>
          </a:p>
          <a:p/>
          <a:p>
            <a:r>
              <a:t>La expectativa de que un test diga qué estudiar es la más común. La orientación vocacional trabaja al revés: da información para que la decisión sea propia. 🧭</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E2 · La orientación vocacional no es un test · lámina 2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E2 · La orientación vocacional no es un test · lámina 3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E2 · La orientación vocacional no es un test · lámina 4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E3 · Pedir ayuda a tiempo</a:t>
            </a:r>
          </a:p>
          <a:p/>
          <a:p>
            <a:r>
              <a:t>⚠ Sustituir el marcador por el canal de atención vigente antes de publicar. No publicar con el marcador puesto.</a:t>
            </a:r>
          </a:p>
          <a:p/>
          <a:p>
            <a:r>
              <a:t>COPY PARA INSTAGRAM</a:t>
            </a:r>
          </a:p>
          <a:p/>
          <a:p>
            <a:r>
              <a:t>[CANAL DE ATENCIÓN VIGENTE] 💬</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E4 · Pantallas: dónde está el umbral</a:t>
            </a:r>
          </a:p>
          <a:p/>
          <a:p>
            <a:r>
              <a:t>COPY PARA INSTAGRAM</a:t>
            </a:r>
          </a:p>
          <a:p/>
          <a:p>
            <a:r>
              <a:t>El estudio reunió investigaciones con estudiantado universitario y encontró una relación de dosis y respuesta: por debajo del umbral el efecto es pequeño, y pasado ese punto cada hora adicional se asocia a más riesgo para la salud física y mental y a peor rendimiento. Son estudios transversales, así que muestran asociación y no causa. Aun así, el umbral se repite entre poblaciones distintas. 📱</a:t>
            </a:r>
          </a:p>
          <a:p/>
          <a:p>
            <a:r>
              <a:t>Referencia:</a:t>
            </a:r>
          </a:p>
          <a:p>
            <a:r>
              <a:t>Zeng, Z. et al. (2026). Comprehensive effects and dose-response relationship of screen exposure on university students' physical and mental health and academic performance in the digital age: a systematic review and meta-analysis. BMC Public Health, 26, 1363.</a:t>
            </a:r>
          </a:p>
          <a:p>
            <a:r>
              <a:t>https://doi.org/10.1186/s12889-026-27025-9</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 · Del colegio a la universidad</a:t>
            </a:r>
          </a:p>
          <a:p/>
          <a:p>
            <a:r>
              <a:t>Carrusel de 4 láminas. Esta es la portada.</a:t>
            </a:r>
          </a:p>
          <a:p/>
          <a:p>
            <a:r>
              <a:t>COPY PARA INSTAGRAM</a:t>
            </a:r>
          </a:p>
          <a:p/>
          <a:p>
            <a:r>
              <a:t>La deserción de primer año se explica menos por capacidad que por este cambio de reglas, que casi nunca se nombra a tiempo. 🎓</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 · Del colegio a la universidad · lámina 2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 · Del colegio a la universidad · lámina 3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E5 · Del colegio a la universidad · lámina 4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F1 · Oferta de curso · ED-3516</a:t>
            </a:r>
          </a:p>
          <a:p/>
          <a:p>
            <a:r>
              <a:t>COPY PARA INSTAGRAM</a:t>
            </a:r>
          </a:p>
          <a:p/>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F2 · Invitación a actividad académica</a:t>
            </a:r>
          </a:p>
          <a:p/>
          <a:p>
            <a:r>
              <a:t>COPY PARA INSTAGRAM</a:t>
            </a:r>
          </a:p>
          <a:p/>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F3 · Serie · Qué se investiga en la EOEE</a:t>
            </a:r>
          </a:p>
          <a:p/>
          <a:p>
            <a:r>
              <a:t>Carrusel de 4 láminas. Esta es la portada.</a:t>
            </a:r>
          </a:p>
          <a:p/>
          <a:p>
            <a:r>
              <a:t>COPY PARA INSTAGRAM</a:t>
            </a:r>
          </a:p>
          <a:p/>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F3 · Serie · Qué se investiga en la EOEE · lámina 2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F3 · Serie · Qué se investiga en la EOEE · lámina 3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F3 · Serie · Qué se investiga en la EOEE · lámina 4 de 4</a:t>
            </a:r>
          </a:p>
          <a:p/>
          <a:p>
            <a:r>
              <a:t>El copy de la publicación está en las notas de la lámina 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notesSlide" Target="../notesSlides/notesSlide7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1-A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2-A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3-A3-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4-A3-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5-A3-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6-A3-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7-A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8-A5.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9-A6-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0-A6-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1-A6-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2-A7-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3-A7-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4-A7-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5-A7-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6-A7-5.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7-B1-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8-B1-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9-B1-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0-B1-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1-B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2-B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3-B4-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4-B4-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5-B4-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6-B4-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7-C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8-C2-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9-C2-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0-C2-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1-C2-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2-C2-5.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3-C3-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4-C3-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5-C3-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6-C3-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7-C4-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8-C4-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9-C4-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0-C4-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1-C5-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2-C5-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3-C5-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4-C5-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5-C6.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6-C7-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7-C7-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8-C7-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9-C7-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0-C7-5.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1-D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2-D2-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3-D2-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4-D2-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5-D2-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6-D3-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7-D3-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8-D3-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9-D3-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0-D3-5.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1-D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2-E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3-E2-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4-E2-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5-E2-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6-E2-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7-E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8-E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9-E5-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0-E5-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1-E5-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2-E5-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3-F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4-F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5-F3-1.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6-F3-2.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7-F3-3.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8-F3-4.png"/>
          <p:cNvPicPr>
            <a:picLocks noChangeAspect="1"/>
          </p:cNvPicPr>
          <p:nvPr/>
        </p:nvPicPr>
        <p:blipFill>
          <a:blip r:embed="rId2"/>
          <a:stretch>
            <a:fillRect/>
          </a:stretch>
        </p:blipFill>
        <p:spPr>
          <a:xfrm>
            <a:off x="0" y="0"/>
            <a:ext cx="10287000" cy="128587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EOEE · Publicaciones sin fecha</dc:title>
  <dc:subject/>
  <dc:creator>Marcelo Rodríguez Aguilar</dc:creator>
  <cp:keywords/>
  <dc:description>generated using python-pptx</dc:description>
  <cp:lastModifiedBy>Marcelo Rodríguez Aguilar</cp:lastModifiedBy>
  <cp:revision>1</cp:revision>
  <dcterms:created xsi:type="dcterms:W3CDTF">2013-01-27T09:14:16Z</dcterms:created>
  <dcterms:modified xsi:type="dcterms:W3CDTF">2013-01-27T09:15:58Z</dcterms:modified>
  <cp:category/>
</cp:coreProperties>
</file>